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6930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mrgbpjpy/-vite-react-platformer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el-art-beige.vercel.app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-vite-react-platformer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atin-noir.vercel.app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intro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react.dev/learn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3f.docs.pmnd.rs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threejs.org/docs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blender.org/manual/en/latest/addons/import_export/scene_gltf2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sap.com/docs/v3/Plugins/ScrollTrigger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vimeo.com/1219732525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rgbpjpy/datin-interactive-comic/tree/main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in-noir.vercel.app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GRAPHIC NOVEL •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CODE TO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8745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4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777240" y="305409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• React • Three.js • Blender • GSAP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77240" y="3767328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3D animated story becomes an interactive web experience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77240" y="5212080"/>
            <a:ext cx="1920240" cy="438912"/>
          </a:xfrm>
          <a:prstGeom prst="roundRect">
            <a:avLst>
              <a:gd name="adj" fmla="val 16667"/>
            </a:avLst>
          </a:prstGeom>
          <a:solidFill>
            <a:srgbClr val="16243A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86968" y="527608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13" name="Text 11">
            <a:hlinkClick r:id="rId3"/>
          </p:cNvPr>
          <p:cNvSpPr/>
          <p:nvPr/>
        </p:nvSpPr>
        <p:spPr>
          <a:xfrm>
            <a:off x="2926080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datin-noir.vercel.app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the presenter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20040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Education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66344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Bachelor of Science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Information Technology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of Science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Computer Science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2648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26480" y="1828800"/>
            <a:ext cx="59436" cy="32004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4593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code meets art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45936" y="2578608"/>
            <a:ext cx="4754880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development • teaching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3D animation • interactive graphics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Student-focused, project-based learning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5532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goal: show students how programming, design, and animation connect.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be taught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94767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1792224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React + TypeScript application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97280" y="258775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 an MVC-inspired project structure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77240" y="35387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338328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Blender GLB assets with Three.js / React Three Fiber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417880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characters, cameras, and props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77240" y="51297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97280" y="4974336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 GSAP scroll progress to animation time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projects: learning by building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Interactive experiments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Pixel-art / Thanos Snap application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effects and browser interaction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the live demo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9436" cy="32918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2D game development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 platformer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loops, input, physics, collisions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source repository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960120" y="54406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pixel-art-beige.vercel.app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172200" y="54406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Pixel art &amp; interactive effects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6751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Thanos’ Snap — browser experiment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2179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live page identifies the project as “Thanos’ Snap.”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discussion: What happens when a user clicks a button? How do state, animation, and rendering respond?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680960" y="1828800"/>
            <a:ext cx="365760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68096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00416" y="202996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Try it live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00416" y="2578608"/>
            <a:ext cx="320040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the app during class to demonstrate interactive effects and the relationship between user input and visual feedback.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LIVE PROJECT ↗  https://pixel-art-beige.vercel.app/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platformer: logic in motion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10512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Game loop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Keyboard input → update player state → apply gravity/collisions → choose animation frame → render.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47472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concepts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Reusable TypeScript engine, stage routing, AABB collisions, debugging controls, deterministic replay. 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66928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SOURCE ↗ github.com/mrgbpjpy/-vite-react-platformer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DATIN: the final interactive comic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pic>
        <p:nvPicPr>
          <p:cNvPr id="8" name="Image 0" descr="/mnt/data/ppt_assets/dat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6492240" cy="39776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452360" y="1755648"/>
            <a:ext cx="4023360" cy="3977640"/>
          </a:xfrm>
          <a:prstGeom prst="roundRect">
            <a:avLst>
              <a:gd name="adj" fmla="val 1839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452360" y="1755648"/>
            <a:ext cx="59436" cy="39776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671816" y="1956816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demo to story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671816" y="2505456"/>
            <a:ext cx="3566160" cy="3026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shared 3D Canvas displays animated comic panels.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autoplays; Page 2 panels respond to scroll position.</a:t>
            </a:r>
            <a:endParaRPr lang="en-US" sz="1600" dirty="0"/>
          </a:p>
        </p:txBody>
      </p:sp>
      <p:sp>
        <p:nvSpPr>
          <p:cNvPr id="13" name="Text 10">
            <a:hlinkClick r:id="rId4"/>
          </p:cNvPr>
          <p:cNvSpPr/>
          <p:nvPr/>
        </p:nvSpPr>
        <p:spPr>
          <a:xfrm>
            <a:off x="777240" y="59161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↗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source repository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828800"/>
            <a:ext cx="10607040" cy="3291840"/>
          </a:xfrm>
          <a:prstGeom prst="roundRect">
            <a:avLst>
              <a:gd name="adj" fmla="val 2222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77240" y="1828800"/>
            <a:ext cx="59436" cy="329184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96696" y="202996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— source code &amp; version history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96696" y="2578608"/>
            <a:ext cx="10149840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stores code and changes over time. Students can inspect components, models, controllers, and documentation.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a file from entry point to 3D rendering, then compare it with the live app.</a:t>
            </a:r>
            <a:endParaRPr lang="en-US" sz="1600" dirty="0"/>
          </a:p>
        </p:txBody>
      </p:sp>
      <p:sp>
        <p:nvSpPr>
          <p:cNvPr id="12" name="Text 10">
            <a:hlinkClick r:id="rId3"/>
          </p:cNvPr>
          <p:cNvSpPr/>
          <p:nvPr/>
        </p:nvSpPr>
        <p:spPr>
          <a:xfrm>
            <a:off x="822960" y="562356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↗ github.com/mrgbpjpy/datin-interactive-comic/tree/main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journey: start to finish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→ Intro → Loading → Comic Reader → Panels</a:t>
            </a:r>
            <a:endParaRPr lang="en-US" sz="15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D69E0-EE30-536B-01BC-959A53109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69" y="1678469"/>
            <a:ext cx="10748211" cy="43880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 + React: the foundation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10512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TypeScript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and interfaces describe panel data, camera settings, and animation options. Catch configuration mistakes early.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920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Components compose the reader, pages, panels, scenes, and controls. State decides whether to show intro, loading, or comic.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315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TypeScript Handbook ↗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217920" y="56875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MVC-inspired source structure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5953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953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Comic.model.ts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Defines pages, panel layouts, action names, and camera settings.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43400" y="1874520"/>
            <a:ext cx="356616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62856" y="2075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62856" y="2624328"/>
            <a:ext cx="310896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ComicReader.tsx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ComicPage.tsx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ComicPanel.tsx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ComicScene.tsx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46720" y="1874520"/>
            <a:ext cx="59436" cy="356616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66176" y="2075688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CONTROLLER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6176" y="2624328"/>
            <a:ext cx="306324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Scroll.controller.ts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Camera.controller.ts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Noir.controller.ts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49808" y="580644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is not classical MVC; this project uses an MVC-inspired separation of concerns.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files to pixels: the rendering path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6291072"/>
            <a:ext cx="10607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shared Canvas + per-panel views → character, camera, props, animation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19C148F-A71A-2C85-98D6-F651130C5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042" y="1643833"/>
            <a:ext cx="8534257" cy="45213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 + Three.js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52044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Three Fiber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Declarative React components drive a Three.js scene. &lt;Canvas&gt; hosts rendering; Drei View gives panels separate viewports.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72200" y="1828800"/>
            <a:ext cx="5212080" cy="3520440"/>
          </a:xfrm>
          <a:prstGeom prst="roundRect">
            <a:avLst>
              <a:gd name="adj" fmla="val 2078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9436" cy="352044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391656" y="20299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Three.js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91656" y="2578608"/>
            <a:ext cx="4754880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Scene graph, camera, meshes, materials, lights, GLTFLoader, and AnimationMixer turn exported 3D assets into rendered frames.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49808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React Three Fiber docs ↗</a:t>
            </a:r>
            <a:endParaRPr lang="en-US" sz="1400" dirty="0"/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6172200" y="5715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Three.js docs ↗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Blender: the animation workshop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385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783080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and rig characters, props, and environments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749808" y="269748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2542032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body movement, microphone, and camera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49808" y="345643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9848" y="3300984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separate Actions for different animated objects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749808" y="421538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4059936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Export to GLB / glTF for browser playback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497433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9848" y="4818888"/>
            <a:ext cx="10241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object names, Action names, and frame ranges</a:t>
            </a:r>
            <a:endParaRPr lang="en-US" sz="21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68096" y="608076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Blender glTF export manual ↗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12 principles of animation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10512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Movement feels alive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Timing &amp; spacing • anticipation • follow-through • arcs • slow in / slow out • exaggeration.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10512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10512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116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Applied to DATIN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60320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gestures, readable poses, camera emphasis, and motion that supports the story.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70585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 exercise: compare a linear movement with a carefully eased action.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Autoplay versus GSAP scroll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59436" cy="356616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525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1 • AUTOPLAY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0525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cover animation starts independently of scrolling. The animation controller advances time while playback is active.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303520" cy="3566160"/>
          </a:xfrm>
          <a:prstGeom prst="roundRect">
            <a:avLst>
              <a:gd name="adj" fmla="val 2051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56616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PAGE 2 • SCROLL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46320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GSAP ScrollTrigger converts scroll position into normalized progress. The animation controller samples the corresponding time.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77240" y="578815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GSAP ScrollTrigger documentation ↗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Panel-to-panel logic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77240" y="6300216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page model supplies each panel’s GLB, camera, action, and playback mode.</a:t>
            </a:r>
            <a:endParaRPr lang="en-US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65DE7F3-766D-D022-2075-6CC50115D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126" y="1722066"/>
            <a:ext cx="9415914" cy="425161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Camera, microphone &amp; animation Actions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65760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Blender export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 object → camera animation Action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 mesh → microphone Action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rig → body Action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exported in the GLB.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657600"/>
          </a:xfrm>
          <a:prstGeom prst="rect">
            <a:avLst/>
          </a:prstGeom>
          <a:solidFill>
            <a:srgbClr val="A98BFA"/>
          </a:solidFill>
          <a:ln w="12700">
            <a:solidFill>
              <a:srgbClr val="A9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A98B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playback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Character.tsx loads the shot and visible rig. AnimationController selects clips; camera and prop animations sample the same playback time.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Debug tip: verify GLB object names and clip track targets, not just Blender labels.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animation to storytelling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47472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pipeline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Storyboard → Blender assets → rig/animate → GLB export → React Three Fiber → scroll interactions → deploy.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257800" cy="3474720"/>
          </a:xfrm>
          <a:prstGeom prst="roundRect">
            <a:avLst>
              <a:gd name="adj" fmla="val 210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17920" y="1828800"/>
            <a:ext cx="59436" cy="347472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37376" y="2029968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Presentation demo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37376" y="2578608"/>
            <a:ext cx="48006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Show cover autoplay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Scroll the studio shot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Compare panels and cameras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Inspect code on GitHub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68096" y="5687568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DATIN live experience ↗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Animation portfolio: Fellowship Academy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828800"/>
            <a:ext cx="676656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828800"/>
            <a:ext cx="59436" cy="3611880"/>
          </a:xfrm>
          <a:prstGeom prst="rect">
            <a:avLst/>
          </a:prstGeom>
          <a:solidFill>
            <a:srgbClr val="F8BF6A"/>
          </a:solidFill>
          <a:ln w="12700">
            <a:solidFill>
              <a:srgbClr val="F8BF6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0976" y="202996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F8BF6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/ video production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50976" y="2578608"/>
            <a:ext cx="630936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this example to discuss the other side of the pipeline: planning shots, animation, lighting, rendering, editing, and communicating a visual message.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726680" y="1828800"/>
            <a:ext cx="3749040" cy="3611880"/>
          </a:xfrm>
          <a:prstGeom prst="roundRect">
            <a:avLst>
              <a:gd name="adj" fmla="val 2025"/>
            </a:avLst>
          </a:prstGeom>
          <a:solidFill>
            <a:srgbClr val="16243A"/>
          </a:solidFill>
          <a:ln w="12700">
            <a:solidFill>
              <a:srgbClr val="3146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26680" y="1828800"/>
            <a:ext cx="59436" cy="3611880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946136" y="20299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the video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946136" y="2578608"/>
            <a:ext cx="329184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provided Vimeo manage URL may require account access. A public viewing URL is linked for students.</a:t>
            </a:r>
            <a:endParaRPr lang="en-US" sz="1600" dirty="0"/>
          </a:p>
        </p:txBody>
      </p:sp>
      <p:sp>
        <p:nvSpPr>
          <p:cNvPr id="16" name="Text 14">
            <a:hlinkClick r:id="rId3"/>
          </p:cNvPr>
          <p:cNvSpPr/>
          <p:nvPr/>
        </p:nvSpPr>
        <p:spPr>
          <a:xfrm>
            <a:off x="786384" y="5705856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↗ vimeo.com/1219732525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to go next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11096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9848" y="17556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the DATIN repository and identify a Model, View, and Controller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9808" y="2660904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9848" y="250545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a panel caption or layout in Comic.model.ts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49808" y="3410712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9848" y="3255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Animate a simple Blender prop and export a GLB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49808" y="4160520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9848" y="400507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 it into React Three Fiber and connect playback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49808" y="4910328"/>
            <a:ext cx="109728" cy="109728"/>
          </a:xfrm>
          <a:prstGeom prst="ellipse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69848" y="475488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Present what you built — and explain why it works</a:t>
            </a:r>
            <a:endParaRPr lang="en-US" sz="2000" dirty="0"/>
          </a:p>
        </p:txBody>
      </p:sp>
      <p:sp>
        <p:nvSpPr>
          <p:cNvPr id="18" name="Text 16">
            <a:hlinkClick r:id="rId3"/>
          </p:cNvPr>
          <p:cNvSpPr/>
          <p:nvPr/>
        </p:nvSpPr>
        <p:spPr>
          <a:xfrm>
            <a:off x="777240" y="594360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GitHub: DATIN Interactive Comic ↗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C13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47D5D0"/>
          </a:solidFill>
          <a:ln w="12700">
            <a:solidFill>
              <a:srgbClr val="47D5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347472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DATIN / CLASSROOM PRESENTATION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68096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 • Live demonstration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527048"/>
            <a:ext cx="11064240" cy="0"/>
          </a:xfrm>
          <a:prstGeom prst="line">
            <a:avLst/>
          </a:prstGeom>
          <a:noFill/>
          <a:ln w="12700">
            <a:solidFill>
              <a:srgbClr val="2E405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653796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EWENZ ORIGINALS  •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64240" y="65196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A8B8C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47D5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BUILD. ANIMATE. INTERACT.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005840" y="34747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500" dirty="0">
                <a:solidFill>
                  <a:srgbClr val="F4F7F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TypeScript logic to 3D storytelling</a:t>
            </a:r>
            <a:endParaRPr lang="en-US" sz="2500" dirty="0"/>
          </a:p>
        </p:txBody>
      </p:sp>
      <p:sp>
        <p:nvSpPr>
          <p:cNvPr id="10" name="Text 8">
            <a:hlinkClick r:id="rId3"/>
          </p:cNvPr>
          <p:cNvSpPr/>
          <p:nvPr/>
        </p:nvSpPr>
        <p:spPr>
          <a:xfrm>
            <a:off x="2240280" y="48920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u="sng" dirty="0">
                <a:solidFill>
                  <a:srgbClr val="47D5D0"/>
                </a:solidFill>
                <a:uFill>
                  <a:solidFill>
                    <a:srgbClr val="47D5D0"/>
                  </a:solidFill>
                </a:uFill>
                <a:latin typeface="Aptos" pitchFamily="34" charset="0"/>
                <a:ea typeface="Aptos" pitchFamily="34" charset="-122"/>
                <a:cs typeface="Apto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 ↗  https://datin-noir.vercel.app/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1335</Words>
  <Application>Microsoft Office PowerPoint</Application>
  <PresentationFormat>Widescreen</PresentationFormat>
  <Paragraphs>243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DATIN — From Coding to 3D Animation</dc:title>
  <dc:subject>DATIN: From Code to Animation</dc:subject>
  <dc:creator>EWENZ Originals</dc:creator>
  <cp:lastModifiedBy>Erick Esquilin</cp:lastModifiedBy>
  <cp:revision>5</cp:revision>
  <dcterms:created xsi:type="dcterms:W3CDTF">2026-10-08T18:01:49Z</dcterms:created>
  <dcterms:modified xsi:type="dcterms:W3CDTF">2026-10-08T19:41:00Z</dcterms:modified>
</cp:coreProperties>
</file>