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atin-noir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pixel-art-beige.vercel.app/" TargetMode="External"/><Relationship Id="rId2" Type="http://schemas.openxmlformats.org/officeDocument/2006/relationships/hyperlink" Target="https://github.com/mrgbpjpy/-vite-react-platform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pixel-art-beige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rgbpjpy/-vite-react-platformer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atin-noir.vercel.app/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rgbpjpy/datin-interactive-comic/tree/ma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ypescriptlang.org/docs/handbook/intro.html" TargetMode="External"/><Relationship Id="rId2" Type="http://schemas.openxmlformats.org/officeDocument/2006/relationships/hyperlink" Target="https://react.dev/lear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r3f.docs.pmnd.rs/" TargetMode="External"/><Relationship Id="rId2" Type="http://schemas.openxmlformats.org/officeDocument/2006/relationships/hyperlink" Target="https://threejs.org/doc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blender.org/manual/en/latest/addons/import_export/scene_gltf2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sap.com/docs/v3/Plugins/ScrollTrigger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datin-noir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vimeo.com/1219732525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rgbpjpy/datin-interactive-comic/tree/ma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datin-noir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GRAPHIC NOVEL •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CODE TO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4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77240" y="305409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• React • Three.js • Blender • GSAP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77240" y="376732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3D animated story becomes an interactive web experience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920240" cy="438912"/>
          </a:xfrm>
          <a:prstGeom prst="roundRect">
            <a:avLst>
              <a:gd name="adj" fmla="val 16667"/>
            </a:avLst>
          </a:prstGeom>
          <a:solidFill>
            <a:srgbClr val="16243A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527608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2926080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datin-noir.vercel.app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the presenter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20040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66344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Bachelor of Science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Information Technology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of Science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Computer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828800"/>
            <a:ext cx="59436" cy="32004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593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code meets art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45936" y="2578608"/>
            <a:ext cx="47548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development • teaching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animation • interactive graphics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Student-focused, project-based learning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goal: show students how programming, design, and animation connect.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students will learn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94767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79222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React + TypeScript application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5877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an MVC-inspired project structure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77240" y="35387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3832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Blender GLB assets with Three.js / React Three Fiber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178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characters, cameras, and props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77240" y="51297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74336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GSAP scroll progress to animation time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projects: learning by building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experiments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Pixel-art / Thanos Snap application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effects and browser interaction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the live demo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828800"/>
            <a:ext cx="59436" cy="32918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game development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 platformer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loops, input, physics, collisions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source repository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960120" y="54406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pixel-art-beige.vercel.app</a:t>
            </a:r>
            <a:endParaRPr lang="en-US" sz="1400" dirty="0"/>
          </a:p>
        </p:txBody>
      </p:sp>
      <p:sp>
        <p:nvSpPr>
          <p:cNvPr id="17" name="Text 15">
            <a:hlinkClick r:id="rId2" tooltip=""/>
          </p:cNvPr>
          <p:cNvSpPr/>
          <p:nvPr/>
        </p:nvSpPr>
        <p:spPr>
          <a:xfrm>
            <a:off x="6172200" y="5440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 art &amp; interactive effects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Thanos’ Snap — browser experiment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page identifies the project as “Thanos’ Snap.”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discussion: What happens when a user clicks a button? How do state, animation, and rendering respond?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LIVE PROJECT ↗  https://pixel-art-beige.vercel.app/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platformer: logic in motion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10512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input → update player state → apply gravity/collisions → choose animation frame → render.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10512"/>
            <a:ext cx="59436" cy="347472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concepts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TypeScript engine, stage routing, AABB collisions, debugging controls, deterministic replay. 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77240" y="566928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↗ 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DATIN: the final interactive comic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ppt_assets/dat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55648"/>
            <a:ext cx="6492240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755648"/>
            <a:ext cx="4023360" cy="3977640"/>
          </a:xfrm>
          <a:prstGeom prst="roundRect">
            <a:avLst>
              <a:gd name="adj" fmla="val 1839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52360" y="1755648"/>
            <a:ext cx="59436" cy="39776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71816" y="19568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demo to story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671816" y="2505456"/>
            <a:ext cx="356616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3D Canvas displays animated comic panels.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autoplays; Page 2 panels respond to scroll position.</a:t>
            </a:r>
            <a:endParaRPr lang="en-US" sz="1600" dirty="0"/>
          </a:p>
        </p:txBody>
      </p:sp>
      <p:sp>
        <p:nvSpPr>
          <p:cNvPr id="13" name="Text 10">
            <a:hlinkClick r:id="rId2" tooltip=""/>
          </p:cNvPr>
          <p:cNvSpPr/>
          <p:nvPr/>
        </p:nvSpPr>
        <p:spPr>
          <a:xfrm>
            <a:off x="777240" y="59161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↗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 repository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828800"/>
            <a:ext cx="1060704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02996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— source code &amp; version history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96696" y="2578608"/>
            <a:ext cx="101498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stores code and changes over time. Students can inspect components, models, controllers, and documentation.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a file from entry point to 3D rendering, then compare it with the live app.</a:t>
            </a:r>
            <a:endParaRPr lang="en-US" sz="16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822960" y="562356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↗ github.com/mrgbpjpy/datin-interactive-comic/tree/main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journey: start to finish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 descr="/mnt/data/ppt_assets/flo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91640"/>
            <a:ext cx="10972800" cy="4480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→ Intro → Loading → Comic Reader → Panels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+ React: the foundation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810512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and interfaces describe panel data, camera settings, and animation options. Catch configuration mistakes early.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10512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compose the reader, pages, panels, scenes, and controls. State decides whether to show intro, loading, or comic.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315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TypeScript Handbook ↗</a:t>
            </a:r>
            <a:endParaRPr lang="en-US" sz="1400" dirty="0"/>
          </a:p>
        </p:txBody>
      </p:sp>
      <p:sp>
        <p:nvSpPr>
          <p:cNvPr id="17" name="Text 15">
            <a:hlinkClick r:id="rId2" tooltip=""/>
          </p:cNvPr>
          <p:cNvSpPr/>
          <p:nvPr/>
        </p:nvSpPr>
        <p:spPr>
          <a:xfrm>
            <a:off x="62179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MVC-inspired source structure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7452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Comic.model.ts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Defines pages, panel layouts, action names, and camera settings.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187452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6285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ComicReader.tsx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ComicPage.tsx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ComicPanel.tsx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ComicScene.tsx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874520"/>
            <a:ext cx="59436" cy="356616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66176" y="207568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6176" y="2624328"/>
            <a:ext cx="306324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Animation.controller.ts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Scroll.controller.ts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Camera.controller.ts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Noir.controller.ts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580644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is not classical MVC; this project uses an MVC-inspired separation of concerns.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files to pixels: the rendering path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pic>
        <p:nvPicPr>
          <p:cNvPr id="8" name="Image 0" descr="/mnt/data/ppt_assets/flow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00784"/>
            <a:ext cx="10972800" cy="45171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6291072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shared Canvas + per-panel views → character, camera, props, animation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 + Three.js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5204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Declarative React components drive a Three.js scene. &lt;Canvas&gt; hosts rendering; Drei View gives panels separate viewports.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828800"/>
            <a:ext cx="59436" cy="35204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Three.js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Scene graph, camera, meshes, materials, lights, GLTFLoader, and AnimationMixer turn exported 3D assets into rendered frames.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49808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Three Fiber docs ↗</a:t>
            </a:r>
            <a:endParaRPr lang="en-US" sz="1400" dirty="0"/>
          </a:p>
        </p:txBody>
      </p:sp>
      <p:sp>
        <p:nvSpPr>
          <p:cNvPr id="17" name="Text 15">
            <a:hlinkClick r:id="rId2" tooltip=""/>
          </p:cNvPr>
          <p:cNvSpPr/>
          <p:nvPr/>
        </p:nvSpPr>
        <p:spPr>
          <a:xfrm>
            <a:off x="6172200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Three.js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Blender: the animation workshop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783080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rig characters, props, and environments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49808" y="269748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9848" y="2542032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body movement, microphone, and camera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49808" y="345643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3300984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separate Actions for different animated objects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49808" y="42153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4059936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to GLB / glTF for browser playback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497433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4818888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object names, Action names, and frame ranges</a:t>
            </a:r>
            <a:endParaRPr lang="en-US" sz="2100" dirty="0"/>
          </a:p>
        </p:txBody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768096" y="60807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Blender glTF export manual ↗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12 principles of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810512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Movement feels alive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 &amp; spacing • anticipation • follow-through • arcs • slow in / slow out • exaggeration.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10512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to DATIN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gestures, readable poses, camera emphasis, and motion that supports the story.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exercise: compare a linear movement with a carefully eased action.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Autoplay versus GSAP scroll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1 • AUTOPLAY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animation starts independently of scrolling. The animation controller advances time while playback is active.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2 • SCROLL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GSAP ScrollTrigger converts scroll position into normalized progress. The animation controller samples the corresponding time.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77240" y="57881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GSAP ScrollTrigger documentation ↗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Panel-to-panel logic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pic>
        <p:nvPicPr>
          <p:cNvPr id="8" name="Image 0" descr="/mnt/data/ppt_assets/flow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835640" cy="4526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63002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page model supplies each panel’s GLB, camera, action, and playback mode.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Camera, microphone &amp; animation 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6576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 export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object → camera animation Action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 mesh → microphone Action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rig → body Action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exported in the GLB.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28800"/>
            <a:ext cx="59436" cy="365760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playback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 loads the shot and visible rig. AnimationController selects clips; camera and prop animations sample the same playback time.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 tip: verify GLB object names and clip track targets, not just Blender labels.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animation to storytelling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pipeline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Storyboard → Blender assets → rig/animate → GLB export → React Three Fiber → scroll interactions → deploy.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828800"/>
            <a:ext cx="59436" cy="347472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demo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Show cover autoplay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Scroll the studio shot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panels and cameras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Inspect code on GitHub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68096" y="56875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 live experience ↗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 portfolio: Fellowship Academy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76656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99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video production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30936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example to discuss the other side of the pipeline: planning shots, animation, lighting, rendering, editing, and communicating a visual message.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26680" y="1828800"/>
            <a:ext cx="37490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828800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20299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video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46136" y="2578608"/>
            <a:ext cx="32918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provided Vimeo manage URL may require account access. A public viewing URL is linked for students.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786384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↗ vimeo.com/1219732525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to go next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• Live demonstration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BUILD. ANIMATE. INTERACT.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TypeScript logic to 3D storytelling</a:t>
            </a:r>
            <a:endParaRPr lang="en-US" sz="25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2240280" y="4892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↗ 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DATIN — From Coding to 3D Animation</dc:title>
  <dc:subject>DATIN: From Code to Animation</dc:subject>
  <dc:creator>EWENZ Originals</dc:creator>
  <cp:lastModifiedBy>EWENZ Originals</cp:lastModifiedBy>
  <cp:revision>1</cp:revision>
  <dcterms:created xsi:type="dcterms:W3CDTF">2026-10-08T18:01:49Z</dcterms:created>
  <dcterms:modified xsi:type="dcterms:W3CDTF">2026-10-08T18:01:49Z</dcterms:modified>
</cp:coreProperties>
</file>